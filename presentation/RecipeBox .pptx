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0B0AE-6142-4352-AE6D-2D845D2F6344}" v="126" dt="2026-02-22T06:27:19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00F85-29AE-47FB-A0DC-D7ECC76D835E}" type="datetimeFigureOut">
              <a:t>21.02.2026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AF7E3-B84B-43A0-87FE-85E1659445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48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 0"/>
          <p:cNvSpPr/>
          <p:nvPr/>
        </p:nvSpPr>
        <p:spPr>
          <a:xfrm>
            <a:off x="838199" y="1120676"/>
            <a:ext cx="7021513" cy="2308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RecipeBox</a:t>
            </a:r>
            <a:endParaRPr lang="en-US" sz="7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5024" y="3809999"/>
            <a:ext cx="7025753" cy="1012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i="1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Учебный проект: HTML / CSS /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075767" y="1188637"/>
            <a:ext cx="2988234" cy="4480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Идея проекта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1"/>
          <p:cNvSpPr/>
          <p:nvPr/>
        </p:nvSpPr>
        <p:spPr>
          <a:xfrm>
            <a:off x="5255260" y="1648870"/>
            <a:ext cx="4702848" cy="3560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i="1" err="1"/>
              <a:t>Когда</a:t>
            </a:r>
            <a:r>
              <a:rPr lang="en-US" sz="2400" b="1" i="1" dirty="0"/>
              <a:t> </a:t>
            </a:r>
            <a:r>
              <a:rPr lang="en-US" sz="2400" b="1" i="1" err="1"/>
              <a:t>люди</a:t>
            </a:r>
            <a:r>
              <a:rPr lang="en-US" sz="2400" b="1" i="1" dirty="0"/>
              <a:t> </a:t>
            </a:r>
            <a:r>
              <a:rPr lang="en-US" sz="2400" b="1" i="1" err="1"/>
              <a:t>ищут</a:t>
            </a:r>
            <a:r>
              <a:rPr lang="en-US" sz="2400" b="1" i="1" dirty="0"/>
              <a:t> </a:t>
            </a:r>
            <a:r>
              <a:rPr lang="en-US" sz="2400" b="1" i="1" err="1"/>
              <a:t>рецепты</a:t>
            </a:r>
            <a:r>
              <a:rPr lang="en-US" sz="2400" b="1" i="1" dirty="0"/>
              <a:t>, </a:t>
            </a:r>
            <a:r>
              <a:rPr lang="en-US" sz="2400" b="1" i="1" err="1"/>
              <a:t>они</a:t>
            </a:r>
            <a:r>
              <a:rPr lang="en-US" sz="2400" b="1" i="1" dirty="0"/>
              <a:t> </a:t>
            </a:r>
            <a:r>
              <a:rPr lang="en-US" sz="2400" b="1" i="1" err="1"/>
              <a:t>тратят</a:t>
            </a:r>
            <a:r>
              <a:rPr lang="en-US" sz="2400" b="1" i="1" dirty="0"/>
              <a:t> </a:t>
            </a:r>
            <a:r>
              <a:rPr lang="en-US" sz="2400" b="1" i="1" err="1"/>
              <a:t>время</a:t>
            </a:r>
            <a:r>
              <a:rPr lang="en-US" sz="2400" b="1" i="1" dirty="0"/>
              <a:t>: </a:t>
            </a:r>
            <a:r>
              <a:rPr lang="en-US" sz="2400" b="1" i="1" err="1"/>
              <a:t>надо</a:t>
            </a:r>
            <a:r>
              <a:rPr lang="en-US" sz="2400" b="1" i="1" dirty="0"/>
              <a:t> </a:t>
            </a:r>
            <a:r>
              <a:rPr lang="en-US" sz="2400" b="1" i="1" err="1"/>
              <a:t>искать</a:t>
            </a:r>
            <a:r>
              <a:rPr lang="en-US" sz="2400" b="1" i="1" dirty="0"/>
              <a:t> </a:t>
            </a:r>
            <a:r>
              <a:rPr lang="en-US" sz="2400" b="1" i="1" err="1"/>
              <a:t>по</a:t>
            </a:r>
            <a:r>
              <a:rPr lang="en-US" sz="2400" b="1" i="1" dirty="0"/>
              <a:t> </a:t>
            </a:r>
            <a:r>
              <a:rPr lang="en-US" sz="2400" b="1" i="1" err="1"/>
              <a:t>разным</a:t>
            </a:r>
            <a:r>
              <a:rPr lang="en-US" sz="2400" b="1" i="1" dirty="0"/>
              <a:t> </a:t>
            </a:r>
            <a:r>
              <a:rPr lang="en-US" sz="2400" b="1" i="1" err="1"/>
              <a:t>сайтам</a:t>
            </a:r>
            <a:r>
              <a:rPr lang="en-US" sz="2400" b="1" i="1" dirty="0"/>
              <a:t>, </a:t>
            </a:r>
            <a:r>
              <a:rPr lang="en-US" sz="2400" b="1" i="1" err="1"/>
              <a:t>сохранять</a:t>
            </a:r>
            <a:r>
              <a:rPr lang="en-US" sz="2400" b="1" i="1" dirty="0"/>
              <a:t> </a:t>
            </a:r>
            <a:r>
              <a:rPr lang="en-US" sz="2400" b="1" i="1" err="1"/>
              <a:t>ссылки</a:t>
            </a:r>
            <a:r>
              <a:rPr lang="en-US" sz="2400" b="1" i="1" dirty="0"/>
              <a:t>, а </a:t>
            </a:r>
            <a:r>
              <a:rPr lang="en-US" sz="2400" b="1" i="1" err="1"/>
              <a:t>потом</a:t>
            </a:r>
            <a:r>
              <a:rPr lang="en-US" sz="2400" b="1" i="1" dirty="0"/>
              <a:t> </a:t>
            </a:r>
            <a:r>
              <a:rPr lang="en-US" sz="2400" b="1" i="1" err="1"/>
              <a:t>всё</a:t>
            </a:r>
            <a:r>
              <a:rPr lang="en-US" sz="2400" b="1" i="1" dirty="0"/>
              <a:t> </a:t>
            </a:r>
            <a:r>
              <a:rPr lang="en-US" sz="2400" b="1" i="1" err="1"/>
              <a:t>теряется</a:t>
            </a:r>
            <a:r>
              <a:rPr lang="en-US" sz="2400" b="1" i="1" dirty="0"/>
              <a:t>. </a:t>
            </a:r>
            <a:r>
              <a:rPr lang="en-US" sz="2400" b="1" i="1" err="1"/>
              <a:t>Мой</a:t>
            </a:r>
            <a:r>
              <a:rPr lang="en-US" sz="2400" b="1" i="1" dirty="0"/>
              <a:t> </a:t>
            </a:r>
            <a:r>
              <a:rPr lang="en-US" sz="2400" b="1" i="1" err="1"/>
              <a:t>проект</a:t>
            </a:r>
            <a:r>
              <a:rPr lang="en-US" sz="2400" b="1" i="1" dirty="0"/>
              <a:t> </a:t>
            </a:r>
            <a:r>
              <a:rPr lang="en-US" sz="2400" b="1" i="1" err="1"/>
              <a:t>помогает</a:t>
            </a:r>
            <a:r>
              <a:rPr lang="en-US" sz="2400" b="1" i="1" dirty="0"/>
              <a:t> </a:t>
            </a:r>
            <a:r>
              <a:rPr lang="en-US" sz="2400" b="1" i="1" err="1"/>
              <a:t>быстро</a:t>
            </a:r>
            <a:r>
              <a:rPr lang="en-US" sz="2400" b="1" i="1" dirty="0"/>
              <a:t> </a:t>
            </a:r>
            <a:r>
              <a:rPr lang="en-US" sz="2400" b="1" i="1" err="1"/>
              <a:t>найти</a:t>
            </a:r>
            <a:r>
              <a:rPr lang="en-US" sz="2400" b="1" i="1" dirty="0"/>
              <a:t> </a:t>
            </a:r>
            <a:r>
              <a:rPr lang="en-US" sz="2400" b="1" i="1" err="1"/>
              <a:t>рецепт</a:t>
            </a:r>
            <a:r>
              <a:rPr lang="en-US" sz="2400" b="1" i="1" dirty="0"/>
              <a:t>, </a:t>
            </a:r>
            <a:r>
              <a:rPr lang="en-US" sz="2400" b="1" i="1" err="1"/>
              <a:t>открыть</a:t>
            </a:r>
            <a:r>
              <a:rPr lang="en-US" sz="2400" b="1" i="1" dirty="0"/>
              <a:t> </a:t>
            </a:r>
            <a:r>
              <a:rPr lang="en-US" sz="2400" b="1" i="1" err="1"/>
              <a:t>подробности</a:t>
            </a:r>
            <a:r>
              <a:rPr lang="en-US" sz="2400" b="1" i="1" dirty="0"/>
              <a:t> и </a:t>
            </a:r>
            <a:r>
              <a:rPr lang="en-US" sz="2400" b="1" i="1" err="1"/>
              <a:t>сохранить</a:t>
            </a:r>
            <a:r>
              <a:rPr lang="en-US" sz="2400" b="1" i="1" dirty="0"/>
              <a:t> </a:t>
            </a:r>
            <a:r>
              <a:rPr lang="en-US" sz="2400" b="1" i="1" err="1"/>
              <a:t>понравившиеся</a:t>
            </a:r>
            <a:r>
              <a:rPr lang="en-US" sz="2400" b="1" i="1" dirty="0"/>
              <a:t> </a:t>
            </a:r>
            <a:r>
              <a:rPr lang="en-US" sz="2400" b="1" i="1" err="1"/>
              <a:t>блюда</a:t>
            </a:r>
            <a:r>
              <a:rPr lang="en-US" sz="2400" b="1" i="1" dirty="0"/>
              <a:t> и </a:t>
            </a:r>
            <a:r>
              <a:rPr lang="en-US" sz="2400" b="1" i="1" err="1"/>
              <a:t>план</a:t>
            </a:r>
            <a:r>
              <a:rPr lang="en-US" sz="2400" b="1" i="1" dirty="0"/>
              <a:t> </a:t>
            </a:r>
            <a:r>
              <a:rPr lang="en-US" sz="2400" b="1" i="1" err="1"/>
              <a:t>на</a:t>
            </a:r>
            <a:r>
              <a:rPr lang="en-US" sz="2400" b="1" i="1" dirty="0"/>
              <a:t> </a:t>
            </a:r>
            <a:r>
              <a:rPr lang="en-US" sz="2400" b="1" i="1" err="1"/>
              <a:t>неделю</a:t>
            </a:r>
            <a:r>
              <a:rPr lang="en-US" sz="2400" b="1" i="1" dirty="0"/>
              <a:t> и </a:t>
            </a:r>
            <a:r>
              <a:rPr lang="en-US" sz="2400" b="1" i="1" err="1"/>
              <a:t>это</a:t>
            </a:r>
            <a:r>
              <a:rPr lang="en-US" sz="2400" b="1" i="1" dirty="0"/>
              <a:t> </a:t>
            </a:r>
            <a:r>
              <a:rPr lang="en-US" sz="2400" b="1" i="1" err="1"/>
              <a:t>все</a:t>
            </a:r>
            <a:r>
              <a:rPr lang="en-US" sz="2400" b="1" i="1" dirty="0"/>
              <a:t> в </a:t>
            </a:r>
            <a:r>
              <a:rPr lang="en-US" sz="2400" b="1" i="1" err="1"/>
              <a:t>одном</a:t>
            </a:r>
            <a:r>
              <a:rPr lang="en-US" sz="2400" b="1" i="1" dirty="0"/>
              <a:t> </a:t>
            </a:r>
            <a:r>
              <a:rPr lang="en-US" sz="2400" b="1" i="1" err="1"/>
              <a:t>месте</a:t>
            </a:r>
            <a:r>
              <a:rPr lang="en-US" sz="2400" b="1" i="1" dirty="0"/>
              <a:t>.</a:t>
            </a: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ext 0"/>
          <p:cNvSpPr/>
          <p:nvPr/>
        </p:nvSpPr>
        <p:spPr>
          <a:xfrm>
            <a:off x="804672" y="1243013"/>
            <a:ext cx="385572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Структура (6 страниц)</a:t>
            </a:r>
            <a:endParaRPr lang="en-US" sz="36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1"/>
          <p:cNvSpPr/>
          <p:nvPr/>
        </p:nvSpPr>
        <p:spPr>
          <a:xfrm>
            <a:off x="6632812" y="1032987"/>
            <a:ext cx="4919108" cy="479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2"/>
                </a:solidFill>
              </a:rPr>
              <a:t>• Главная: рецепт дня + категории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2"/>
                </a:solidFill>
              </a:rPr>
              <a:t>• Поиск: поиск рецепта по названию 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2"/>
                </a:solidFill>
              </a:rPr>
              <a:t>• Категории: фильтрация рецептов по категории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2"/>
                </a:solidFill>
              </a:rPr>
              <a:t>• Рецепт: детали рецепта + избранное + модалка «добавить в план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2"/>
                </a:solidFill>
              </a:rPr>
              <a:t>• Избранное: список из LocalStorage + подгрузка по id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2"/>
                </a:solidFill>
              </a:rPr>
              <a:t>• План: неделя (LocalStorage) + удаление/добавление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3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245072" y="1289765"/>
            <a:ext cx="3651101" cy="427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Верстка и UI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• HTML5 семантика: header / nav / main / section / footer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• Адаптивность: mobile / tablet / desktop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• Flexbox: шапка и навигация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>
                <a:solidFill>
                  <a:schemeClr val="tx1">
                    <a:alpha val="80000"/>
                  </a:schemeClr>
                </a:solidFill>
              </a:rPr>
              <a:t>• Grid: сетка карточек рецептов</a:t>
            </a:r>
          </a:p>
        </p:txBody>
      </p:sp>
      <p:sp>
        <p:nvSpPr>
          <p:cNvPr id="44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838200" y="713312"/>
            <a:ext cx="4038600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API + асинхронность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999" y="713313"/>
            <a:ext cx="525780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• Источник данных: TheMealDB API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• fetch() возвращает Promise → используем async/await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• try/catch + состояния Loading / Error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/>
              <a:t>• Примеры: random.php, search.php?s=..., lookup.php?i=..., filter.php?c=...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02368" y="1877492"/>
            <a:ext cx="4030132" cy="321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LocalStorage + GitHub</a:t>
            </a:r>
            <a:endParaRPr lang="en-US" sz="4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34868" y="1130846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favorites: массив id рецептов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planner: объект «день → список блюд»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GitHub: регулярные коммиты 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README: описание, функции, технологии, запуск, автор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• Ссылка на репозиторий: https://github.com/Rama7777kz/Recipe.web?tab=readme-ov-file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RecipeBox</dc:creator>
  <cp:lastModifiedBy>RecipeBox</cp:lastModifiedBy>
  <cp:revision>77</cp:revision>
  <dcterms:created xsi:type="dcterms:W3CDTF">2026-02-07T10:30:57Z</dcterms:created>
  <dcterms:modified xsi:type="dcterms:W3CDTF">2026-02-22T06:31:18Z</dcterms:modified>
</cp:coreProperties>
</file>