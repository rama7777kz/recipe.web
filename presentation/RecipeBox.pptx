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RecipeBox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Учебный проект: HTML / CSS / JavaScript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</a:rPr>
              <a:t>Идея проекта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Книга рецептов: поиск → детали → избранное → план питания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Цель: показать практические навыки HTML/CSS/JS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Фокус: API (fetch), async/await, LocalStorage, адаптивная верстка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</a:rPr>
              <a:t>Структура (6 страниц)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Главная: рецепт дня + категории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Поиск: форма + валидация + результаты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Категории: фильтрация рецептов по категории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Рецепт: детали + избранное + модалка «добавить в план»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Избранное: список из LocalStorage + подгрузка по id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План: неделя (LocalStorage) + удаление/добавление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</a:rPr>
              <a:t>Верстка и UI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HTML5 семантика: header / nav / main / section / footer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Адаптивность: mobile / tablet / desktop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Flexbox: шапка и навигация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Grid: сетка карточек рецептов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</a:rPr>
              <a:t>API + асинхронность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Источник данных: TheMealDB API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fetch() возвращает Promise → используем async/await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try/catch + состояния Loading / Error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Примеры: random.php, search.php?s=..., lookup.php?i=..., filter.php?c=...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</a:rPr>
              <a:t>LocalStorage + GitHub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favorites: массив id рецептов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planner: объект «день → список блюд»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GitHub: регулярные коммиты (1 задача = 1 коммит)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README: описание, функции, технологии, запуск, автор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333333"/>
                </a:solidFill>
              </a:rPr>
              <a:t>• Ссылка на репозиторий: (вставить)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RecipeBox</dc:creator>
  <cp:lastModifiedBy>RecipeBox</cp:lastModifiedBy>
  <cp:revision>1</cp:revision>
  <dcterms:created xsi:type="dcterms:W3CDTF">2026-02-07T10:30:57Z</dcterms:created>
  <dcterms:modified xsi:type="dcterms:W3CDTF">2026-02-07T10:30:57Z</dcterms:modified>
</cp:coreProperties>
</file>